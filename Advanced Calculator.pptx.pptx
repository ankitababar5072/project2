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16"/>
  </p:notesMasterIdLst>
  <p:handoutMasterIdLst>
    <p:handoutMasterId r:id="rId17"/>
  </p:handoutMasterIdLst>
  <p:sldIdLst>
    <p:sldId id="340" r:id="rId5"/>
    <p:sldId id="342" r:id="rId6"/>
    <p:sldId id="361" r:id="rId7"/>
    <p:sldId id="348" r:id="rId8"/>
    <p:sldId id="362" r:id="rId9"/>
    <p:sldId id="363" r:id="rId10"/>
    <p:sldId id="364" r:id="rId11"/>
    <p:sldId id="365" r:id="rId12"/>
    <p:sldId id="367" r:id="rId13"/>
    <p:sldId id="366" r:id="rId14"/>
    <p:sldId id="3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D210E-E30D-4ED4-89AF-D299851F45AC}" v="65" dt="2025-11-17T16:40:36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8" autoAdjust="0"/>
    <p:restoredTop sz="85316" autoAdjust="0"/>
  </p:normalViewPr>
  <p:slideViewPr>
    <p:cSldViewPr snapToGrid="0">
      <p:cViewPr varScale="1">
        <p:scale>
          <a:sx n="64" d="100"/>
          <a:sy n="64" d="100"/>
        </p:scale>
        <p:origin x="8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babar" userId="838cc82e9ccd26fa" providerId="LiveId" clId="{BFAED1E2-4959-450D-A5CB-CD954DD9EC95}"/>
    <pc:docChg chg="undo custSel addSld delSld modSld sldOrd">
      <pc:chgData name="ankita babar" userId="838cc82e9ccd26fa" providerId="LiveId" clId="{BFAED1E2-4959-450D-A5CB-CD954DD9EC95}" dt="2025-11-25T14:14:48.251" v="926"/>
      <pc:docMkLst>
        <pc:docMk/>
      </pc:docMkLst>
      <pc:sldChg chg="del">
        <pc:chgData name="ankita babar" userId="838cc82e9ccd26fa" providerId="LiveId" clId="{BFAED1E2-4959-450D-A5CB-CD954DD9EC95}" dt="2025-11-24T14:55:49.422" v="462" actId="2696"/>
        <pc:sldMkLst>
          <pc:docMk/>
          <pc:sldMk cId="2753936399" sldId="341"/>
        </pc:sldMkLst>
      </pc:sldChg>
      <pc:sldChg chg="modSp mod">
        <pc:chgData name="ankita babar" userId="838cc82e9ccd26fa" providerId="LiveId" clId="{BFAED1E2-4959-450D-A5CB-CD954DD9EC95}" dt="2025-11-24T17:00:07.804" v="615" actId="1076"/>
        <pc:sldMkLst>
          <pc:docMk/>
          <pc:sldMk cId="1255328953" sldId="342"/>
        </pc:sldMkLst>
        <pc:spChg chg="mod">
          <ac:chgData name="ankita babar" userId="838cc82e9ccd26fa" providerId="LiveId" clId="{BFAED1E2-4959-450D-A5CB-CD954DD9EC95}" dt="2025-11-24T17:00:07.804" v="615" actId="1076"/>
          <ac:spMkLst>
            <pc:docMk/>
            <pc:sldMk cId="1255328953" sldId="342"/>
            <ac:spMk id="3" creationId="{97A9D2CF-8B03-CB98-1F9B-676EDE37BA25}"/>
          </ac:spMkLst>
        </pc:spChg>
        <pc:spChg chg="mod">
          <ac:chgData name="ankita babar" userId="838cc82e9ccd26fa" providerId="LiveId" clId="{BFAED1E2-4959-450D-A5CB-CD954DD9EC95}" dt="2025-11-24T17:00:03.766" v="614" actId="1076"/>
          <ac:spMkLst>
            <pc:docMk/>
            <pc:sldMk cId="1255328953" sldId="342"/>
            <ac:spMk id="4" creationId="{55ED26C2-2391-91D0-E387-1693E2BE229B}"/>
          </ac:spMkLst>
        </pc:spChg>
      </pc:sldChg>
      <pc:sldChg chg="del">
        <pc:chgData name="ankita babar" userId="838cc82e9ccd26fa" providerId="LiveId" clId="{BFAED1E2-4959-450D-A5CB-CD954DD9EC95}" dt="2025-11-24T14:56:08.765" v="463" actId="2696"/>
        <pc:sldMkLst>
          <pc:docMk/>
          <pc:sldMk cId="2272164365" sldId="343"/>
        </pc:sldMkLst>
      </pc:sldChg>
      <pc:sldChg chg="del">
        <pc:chgData name="ankita babar" userId="838cc82e9ccd26fa" providerId="LiveId" clId="{BFAED1E2-4959-450D-A5CB-CD954DD9EC95}" dt="2025-11-24T14:56:13.576" v="464" actId="2696"/>
        <pc:sldMkLst>
          <pc:docMk/>
          <pc:sldMk cId="3259754058" sldId="344"/>
        </pc:sldMkLst>
      </pc:sldChg>
      <pc:sldChg chg="del">
        <pc:chgData name="ankita babar" userId="838cc82e9ccd26fa" providerId="LiveId" clId="{BFAED1E2-4959-450D-A5CB-CD954DD9EC95}" dt="2025-11-24T14:56:28.035" v="467" actId="2696"/>
        <pc:sldMkLst>
          <pc:docMk/>
          <pc:sldMk cId="1839192112" sldId="345"/>
        </pc:sldMkLst>
      </pc:sldChg>
      <pc:sldChg chg="addSp delSp modSp del mod">
        <pc:chgData name="ankita babar" userId="838cc82e9ccd26fa" providerId="LiveId" clId="{BFAED1E2-4959-450D-A5CB-CD954DD9EC95}" dt="2025-11-24T14:56:45.484" v="469" actId="2696"/>
        <pc:sldMkLst>
          <pc:docMk/>
          <pc:sldMk cId="1678644377" sldId="346"/>
        </pc:sldMkLst>
      </pc:sldChg>
      <pc:sldChg chg="del">
        <pc:chgData name="ankita babar" userId="838cc82e9ccd26fa" providerId="LiveId" clId="{BFAED1E2-4959-450D-A5CB-CD954DD9EC95}" dt="2025-11-24T14:56:41.442" v="468" actId="2696"/>
        <pc:sldMkLst>
          <pc:docMk/>
          <pc:sldMk cId="149781124" sldId="347"/>
        </pc:sldMkLst>
      </pc:sldChg>
      <pc:sldChg chg="addSp delSp modSp new mod">
        <pc:chgData name="ankita babar" userId="838cc82e9ccd26fa" providerId="LiveId" clId="{BFAED1E2-4959-450D-A5CB-CD954DD9EC95}" dt="2025-11-24T17:00:27.283" v="617" actId="1076"/>
        <pc:sldMkLst>
          <pc:docMk/>
          <pc:sldMk cId="2106379348" sldId="348"/>
        </pc:sldMkLst>
        <pc:spChg chg="add mod">
          <ac:chgData name="ankita babar" userId="838cc82e9ccd26fa" providerId="LiveId" clId="{BFAED1E2-4959-450D-A5CB-CD954DD9EC95}" dt="2025-11-24T17:00:27.283" v="617" actId="1076"/>
          <ac:spMkLst>
            <pc:docMk/>
            <pc:sldMk cId="2106379348" sldId="348"/>
            <ac:spMk id="2" creationId="{1F9C15FF-209D-52DA-899A-C95D5CDA9118}"/>
          </ac:spMkLst>
        </pc:spChg>
        <pc:spChg chg="del mod">
          <ac:chgData name="ankita babar" userId="838cc82e9ccd26fa" providerId="LiveId" clId="{BFAED1E2-4959-450D-A5CB-CD954DD9EC95}" dt="2025-11-24T16:57:28.718" v="588"/>
          <ac:spMkLst>
            <pc:docMk/>
            <pc:sldMk cId="2106379348" sldId="348"/>
            <ac:spMk id="3" creationId="{C8B68633-3C42-DE58-F6BC-EA44618266A6}"/>
          </ac:spMkLst>
        </pc:spChg>
        <pc:spChg chg="mod">
          <ac:chgData name="ankita babar" userId="838cc82e9ccd26fa" providerId="LiveId" clId="{BFAED1E2-4959-450D-A5CB-CD954DD9EC95}" dt="2025-11-24T17:00:18.229" v="616" actId="113"/>
          <ac:spMkLst>
            <pc:docMk/>
            <pc:sldMk cId="2106379348" sldId="348"/>
            <ac:spMk id="4" creationId="{2C31857B-5379-997B-CE11-28C6E08CAA6B}"/>
          </ac:spMkLst>
        </pc:spChg>
      </pc:sldChg>
      <pc:sldChg chg="delSp modSp new del mod">
        <pc:chgData name="ankita babar" userId="838cc82e9ccd26fa" providerId="LiveId" clId="{BFAED1E2-4959-450D-A5CB-CD954DD9EC95}" dt="2025-11-24T14:56:54.181" v="470" actId="2696"/>
        <pc:sldMkLst>
          <pc:docMk/>
          <pc:sldMk cId="3631919664" sldId="349"/>
        </pc:sldMkLst>
      </pc:sldChg>
      <pc:sldChg chg="delSp modSp new del mod">
        <pc:chgData name="ankita babar" userId="838cc82e9ccd26fa" providerId="LiveId" clId="{BFAED1E2-4959-450D-A5CB-CD954DD9EC95}" dt="2025-11-24T14:56:58.159" v="471" actId="2696"/>
        <pc:sldMkLst>
          <pc:docMk/>
          <pc:sldMk cId="2622693302" sldId="350"/>
        </pc:sldMkLst>
      </pc:sldChg>
      <pc:sldChg chg="delSp modSp new del mod">
        <pc:chgData name="ankita babar" userId="838cc82e9ccd26fa" providerId="LiveId" clId="{BFAED1E2-4959-450D-A5CB-CD954DD9EC95}" dt="2025-11-24T14:57:04.296" v="472" actId="2696"/>
        <pc:sldMkLst>
          <pc:docMk/>
          <pc:sldMk cId="1918442162" sldId="351"/>
        </pc:sldMkLst>
      </pc:sldChg>
      <pc:sldChg chg="addSp delSp modSp new del mod">
        <pc:chgData name="ankita babar" userId="838cc82e9ccd26fa" providerId="LiveId" clId="{BFAED1E2-4959-450D-A5CB-CD954DD9EC95}" dt="2025-11-24T14:57:11.196" v="473" actId="2696"/>
        <pc:sldMkLst>
          <pc:docMk/>
          <pc:sldMk cId="1062983855" sldId="352"/>
        </pc:sldMkLst>
      </pc:sldChg>
      <pc:sldChg chg="addSp delSp modSp new del mod ord">
        <pc:chgData name="ankita babar" userId="838cc82e9ccd26fa" providerId="LiveId" clId="{BFAED1E2-4959-450D-A5CB-CD954DD9EC95}" dt="2025-11-24T14:57:16.111" v="474" actId="2696"/>
        <pc:sldMkLst>
          <pc:docMk/>
          <pc:sldMk cId="170784272" sldId="353"/>
        </pc:sldMkLst>
      </pc:sldChg>
      <pc:sldChg chg="delSp modSp new del mod">
        <pc:chgData name="ankita babar" userId="838cc82e9ccd26fa" providerId="LiveId" clId="{BFAED1E2-4959-450D-A5CB-CD954DD9EC95}" dt="2025-11-24T14:57:20.652" v="475" actId="2696"/>
        <pc:sldMkLst>
          <pc:docMk/>
          <pc:sldMk cId="3895323099" sldId="354"/>
        </pc:sldMkLst>
      </pc:sldChg>
      <pc:sldChg chg="delSp modSp new del mod">
        <pc:chgData name="ankita babar" userId="838cc82e9ccd26fa" providerId="LiveId" clId="{BFAED1E2-4959-450D-A5CB-CD954DD9EC95}" dt="2025-11-24T14:57:24.510" v="476" actId="2696"/>
        <pc:sldMkLst>
          <pc:docMk/>
          <pc:sldMk cId="2472124741" sldId="355"/>
        </pc:sldMkLst>
      </pc:sldChg>
      <pc:sldChg chg="addSp delSp modSp new del mod">
        <pc:chgData name="ankita babar" userId="838cc82e9ccd26fa" providerId="LiveId" clId="{BFAED1E2-4959-450D-A5CB-CD954DD9EC95}" dt="2025-11-24T14:57:29.587" v="477" actId="2696"/>
        <pc:sldMkLst>
          <pc:docMk/>
          <pc:sldMk cId="1270331770" sldId="356"/>
        </pc:sldMkLst>
      </pc:sldChg>
      <pc:sldChg chg="addSp delSp modSp new del mod">
        <pc:chgData name="ankita babar" userId="838cc82e9ccd26fa" providerId="LiveId" clId="{BFAED1E2-4959-450D-A5CB-CD954DD9EC95}" dt="2025-11-24T14:57:33.586" v="478" actId="2696"/>
        <pc:sldMkLst>
          <pc:docMk/>
          <pc:sldMk cId="627953587" sldId="357"/>
        </pc:sldMkLst>
      </pc:sldChg>
      <pc:sldChg chg="delSp modSp new del mod">
        <pc:chgData name="ankita babar" userId="838cc82e9ccd26fa" providerId="LiveId" clId="{BFAED1E2-4959-450D-A5CB-CD954DD9EC95}" dt="2025-11-24T16:42:10.036" v="479" actId="2696"/>
        <pc:sldMkLst>
          <pc:docMk/>
          <pc:sldMk cId="1281544475" sldId="358"/>
        </pc:sldMkLst>
      </pc:sldChg>
      <pc:sldChg chg="delSp modSp new del mod">
        <pc:chgData name="ankita babar" userId="838cc82e9ccd26fa" providerId="LiveId" clId="{BFAED1E2-4959-450D-A5CB-CD954DD9EC95}" dt="2025-11-24T16:42:19.688" v="480" actId="2696"/>
        <pc:sldMkLst>
          <pc:docMk/>
          <pc:sldMk cId="138334542" sldId="359"/>
        </pc:sldMkLst>
      </pc:sldChg>
      <pc:sldChg chg="delSp modSp new mod">
        <pc:chgData name="ankita babar" userId="838cc82e9ccd26fa" providerId="LiveId" clId="{BFAED1E2-4959-450D-A5CB-CD954DD9EC95}" dt="2025-11-25T14:13:09.830" v="922" actId="20577"/>
        <pc:sldMkLst>
          <pc:docMk/>
          <pc:sldMk cId="3233493877" sldId="360"/>
        </pc:sldMkLst>
        <pc:spChg chg="mod">
          <ac:chgData name="ankita babar" userId="838cc82e9ccd26fa" providerId="LiveId" clId="{BFAED1E2-4959-450D-A5CB-CD954DD9EC95}" dt="2025-11-17T16:38:46.622" v="435" actId="255"/>
          <ac:spMkLst>
            <pc:docMk/>
            <pc:sldMk cId="3233493877" sldId="360"/>
            <ac:spMk id="2" creationId="{127D0863-A268-6F2B-8F04-512BF9C1AF98}"/>
          </ac:spMkLst>
        </pc:spChg>
        <pc:spChg chg="mod">
          <ac:chgData name="ankita babar" userId="838cc82e9ccd26fa" providerId="LiveId" clId="{BFAED1E2-4959-450D-A5CB-CD954DD9EC95}" dt="2025-11-25T14:13:09.830" v="922" actId="20577"/>
          <ac:spMkLst>
            <pc:docMk/>
            <pc:sldMk cId="3233493877" sldId="360"/>
            <ac:spMk id="3" creationId="{4401F447-C682-F65F-5301-5C97E1106739}"/>
          </ac:spMkLst>
        </pc:spChg>
      </pc:sldChg>
      <pc:sldChg chg="add del">
        <pc:chgData name="ankita babar" userId="838cc82e9ccd26fa" providerId="LiveId" clId="{BFAED1E2-4959-450D-A5CB-CD954DD9EC95}" dt="2025-11-24T14:56:23.541" v="466" actId="2696"/>
        <pc:sldMkLst>
          <pc:docMk/>
          <pc:sldMk cId="723923331" sldId="361"/>
        </pc:sldMkLst>
      </pc:sldChg>
      <pc:sldChg chg="delSp modSp new mod">
        <pc:chgData name="ankita babar" userId="838cc82e9ccd26fa" providerId="LiveId" clId="{BFAED1E2-4959-450D-A5CB-CD954DD9EC95}" dt="2025-11-24T16:56:33.347" v="585" actId="14100"/>
        <pc:sldMkLst>
          <pc:docMk/>
          <pc:sldMk cId="1138200544" sldId="361"/>
        </pc:sldMkLst>
        <pc:spChg chg="del">
          <ac:chgData name="ankita babar" userId="838cc82e9ccd26fa" providerId="LiveId" clId="{BFAED1E2-4959-450D-A5CB-CD954DD9EC95}" dt="2025-11-24T16:50:59.169" v="539" actId="478"/>
          <ac:spMkLst>
            <pc:docMk/>
            <pc:sldMk cId="1138200544" sldId="361"/>
            <ac:spMk id="2" creationId="{C6F3C690-0B04-CB19-6A37-73B6CD10F045}"/>
          </ac:spMkLst>
        </pc:spChg>
        <pc:spChg chg="mod">
          <ac:chgData name="ankita babar" userId="838cc82e9ccd26fa" providerId="LiveId" clId="{BFAED1E2-4959-450D-A5CB-CD954DD9EC95}" dt="2025-11-24T16:56:33.347" v="585" actId="14100"/>
          <ac:spMkLst>
            <pc:docMk/>
            <pc:sldMk cId="1138200544" sldId="361"/>
            <ac:spMk id="3" creationId="{EB3346A1-91CD-3B74-AB08-16E207C25706}"/>
          </ac:spMkLst>
        </pc:spChg>
        <pc:spChg chg="mod">
          <ac:chgData name="ankita babar" userId="838cc82e9ccd26fa" providerId="LiveId" clId="{BFAED1E2-4959-450D-A5CB-CD954DD9EC95}" dt="2025-11-24T16:53:28.084" v="569" actId="1076"/>
          <ac:spMkLst>
            <pc:docMk/>
            <pc:sldMk cId="1138200544" sldId="361"/>
            <ac:spMk id="4" creationId="{59610183-EA33-DE6A-8E6F-60FFE9027542}"/>
          </ac:spMkLst>
        </pc:spChg>
      </pc:sldChg>
      <pc:sldChg chg="addSp delSp modSp new mod">
        <pc:chgData name="ankita babar" userId="838cc82e9ccd26fa" providerId="LiveId" clId="{BFAED1E2-4959-450D-A5CB-CD954DD9EC95}" dt="2025-11-24T17:24:13.004" v="688" actId="115"/>
        <pc:sldMkLst>
          <pc:docMk/>
          <pc:sldMk cId="1142512649" sldId="362"/>
        </pc:sldMkLst>
        <pc:spChg chg="del">
          <ac:chgData name="ankita babar" userId="838cc82e9ccd26fa" providerId="LiveId" clId="{BFAED1E2-4959-450D-A5CB-CD954DD9EC95}" dt="2025-11-24T17:05:13.071" v="619" actId="478"/>
          <ac:spMkLst>
            <pc:docMk/>
            <pc:sldMk cId="1142512649" sldId="362"/>
            <ac:spMk id="2" creationId="{12442B53-6594-3691-EF66-477DFC99DBA5}"/>
          </ac:spMkLst>
        </pc:spChg>
        <pc:spChg chg="add del mod">
          <ac:chgData name="ankita babar" userId="838cc82e9ccd26fa" providerId="LiveId" clId="{BFAED1E2-4959-450D-A5CB-CD954DD9EC95}" dt="2025-11-24T17:24:13.004" v="688" actId="115"/>
          <ac:spMkLst>
            <pc:docMk/>
            <pc:sldMk cId="1142512649" sldId="362"/>
            <ac:spMk id="3" creationId="{6CD9B8BA-654B-593D-60C1-B80BFB93EE7C}"/>
          </ac:spMkLst>
        </pc:spChg>
        <pc:spChg chg="mod">
          <ac:chgData name="ankita babar" userId="838cc82e9ccd26fa" providerId="LiveId" clId="{BFAED1E2-4959-450D-A5CB-CD954DD9EC95}" dt="2025-11-24T17:05:59.273" v="627" actId="115"/>
          <ac:spMkLst>
            <pc:docMk/>
            <pc:sldMk cId="1142512649" sldId="362"/>
            <ac:spMk id="4" creationId="{AD8C0781-63AA-B424-348F-972847B95164}"/>
          </ac:spMkLst>
        </pc:spChg>
        <pc:spChg chg="add del mod">
          <ac:chgData name="ankita babar" userId="838cc82e9ccd26fa" providerId="LiveId" clId="{BFAED1E2-4959-450D-A5CB-CD954DD9EC95}" dt="2025-11-24T17:23:56.047" v="686" actId="478"/>
          <ac:spMkLst>
            <pc:docMk/>
            <pc:sldMk cId="1142512649" sldId="362"/>
            <ac:spMk id="6" creationId="{D4E088F0-CA3C-70B1-E4B8-B24061A97904}"/>
          </ac:spMkLst>
        </pc:spChg>
      </pc:sldChg>
      <pc:sldChg chg="delSp modSp new mod">
        <pc:chgData name="ankita babar" userId="838cc82e9ccd26fa" providerId="LiveId" clId="{BFAED1E2-4959-450D-A5CB-CD954DD9EC95}" dt="2025-11-24T17:28:50.681" v="706" actId="1076"/>
        <pc:sldMkLst>
          <pc:docMk/>
          <pc:sldMk cId="1321111832" sldId="363"/>
        </pc:sldMkLst>
        <pc:spChg chg="del">
          <ac:chgData name="ankita babar" userId="838cc82e9ccd26fa" providerId="LiveId" clId="{BFAED1E2-4959-450D-A5CB-CD954DD9EC95}" dt="2025-11-24T17:22:23.004" v="675" actId="478"/>
          <ac:spMkLst>
            <pc:docMk/>
            <pc:sldMk cId="1321111832" sldId="363"/>
            <ac:spMk id="2" creationId="{421AC39C-48E1-DD45-1A44-170B177FBF83}"/>
          </ac:spMkLst>
        </pc:spChg>
        <pc:spChg chg="mod">
          <ac:chgData name="ankita babar" userId="838cc82e9ccd26fa" providerId="LiveId" clId="{BFAED1E2-4959-450D-A5CB-CD954DD9EC95}" dt="2025-11-24T17:28:46.860" v="705" actId="1076"/>
          <ac:spMkLst>
            <pc:docMk/>
            <pc:sldMk cId="1321111832" sldId="363"/>
            <ac:spMk id="3" creationId="{D0C3EFF6-50AC-9151-D310-40F5052F3A7E}"/>
          </ac:spMkLst>
        </pc:spChg>
        <pc:spChg chg="mod">
          <ac:chgData name="ankita babar" userId="838cc82e9ccd26fa" providerId="LiveId" clId="{BFAED1E2-4959-450D-A5CB-CD954DD9EC95}" dt="2025-11-24T17:28:50.681" v="706" actId="1076"/>
          <ac:spMkLst>
            <pc:docMk/>
            <pc:sldMk cId="1321111832" sldId="363"/>
            <ac:spMk id="4" creationId="{E5C55D31-286A-1463-7492-77A4DD412F4E}"/>
          </ac:spMkLst>
        </pc:spChg>
      </pc:sldChg>
      <pc:sldChg chg="delSp modSp new del mod">
        <pc:chgData name="ankita babar" userId="838cc82e9ccd26fa" providerId="LiveId" clId="{BFAED1E2-4959-450D-A5CB-CD954DD9EC95}" dt="2025-11-24T17:21:43.856" v="669" actId="2696"/>
        <pc:sldMkLst>
          <pc:docMk/>
          <pc:sldMk cId="2719118407" sldId="363"/>
        </pc:sldMkLst>
        <pc:spChg chg="del">
          <ac:chgData name="ankita babar" userId="838cc82e9ccd26fa" providerId="LiveId" clId="{BFAED1E2-4959-450D-A5CB-CD954DD9EC95}" dt="2025-11-24T17:21:31.403" v="667" actId="478"/>
          <ac:spMkLst>
            <pc:docMk/>
            <pc:sldMk cId="2719118407" sldId="363"/>
            <ac:spMk id="2" creationId="{EB872AF8-2EFB-9766-5657-E3A15A884238}"/>
          </ac:spMkLst>
        </pc:spChg>
        <pc:spChg chg="mod">
          <ac:chgData name="ankita babar" userId="838cc82e9ccd26fa" providerId="LiveId" clId="{BFAED1E2-4959-450D-A5CB-CD954DD9EC95}" dt="2025-11-24T17:21:35.111" v="668" actId="1076"/>
          <ac:spMkLst>
            <pc:docMk/>
            <pc:sldMk cId="2719118407" sldId="363"/>
            <ac:spMk id="3" creationId="{335EEFCC-8BA8-8DF6-34AD-AE6C6800DDFD}"/>
          </ac:spMkLst>
        </pc:spChg>
      </pc:sldChg>
      <pc:sldChg chg="new del ord">
        <pc:chgData name="ankita babar" userId="838cc82e9ccd26fa" providerId="LiveId" clId="{BFAED1E2-4959-450D-A5CB-CD954DD9EC95}" dt="2025-11-24T17:21:58.820" v="673" actId="2696"/>
        <pc:sldMkLst>
          <pc:docMk/>
          <pc:sldMk cId="2921789648" sldId="363"/>
        </pc:sldMkLst>
      </pc:sldChg>
      <pc:sldChg chg="delSp modSp new mod">
        <pc:chgData name="ankita babar" userId="838cc82e9ccd26fa" providerId="LiveId" clId="{BFAED1E2-4959-450D-A5CB-CD954DD9EC95}" dt="2025-11-24T17:37:29.072" v="754" actId="20577"/>
        <pc:sldMkLst>
          <pc:docMk/>
          <pc:sldMk cId="3094350121" sldId="364"/>
        </pc:sldMkLst>
        <pc:spChg chg="del">
          <ac:chgData name="ankita babar" userId="838cc82e9ccd26fa" providerId="LiveId" clId="{BFAED1E2-4959-450D-A5CB-CD954DD9EC95}" dt="2025-11-24T17:31:38.925" v="709" actId="478"/>
          <ac:spMkLst>
            <pc:docMk/>
            <pc:sldMk cId="3094350121" sldId="364"/>
            <ac:spMk id="2" creationId="{BA38A8FE-BFD1-5DA8-FD1F-57C93D64FF6D}"/>
          </ac:spMkLst>
        </pc:spChg>
        <pc:spChg chg="mod">
          <ac:chgData name="ankita babar" userId="838cc82e9ccd26fa" providerId="LiveId" clId="{BFAED1E2-4959-450D-A5CB-CD954DD9EC95}" dt="2025-11-24T17:37:29.072" v="754" actId="20577"/>
          <ac:spMkLst>
            <pc:docMk/>
            <pc:sldMk cId="3094350121" sldId="364"/>
            <ac:spMk id="3" creationId="{E417961B-B224-10FE-A9BD-06434C14F932}"/>
          </ac:spMkLst>
        </pc:spChg>
        <pc:spChg chg="mod">
          <ac:chgData name="ankita babar" userId="838cc82e9ccd26fa" providerId="LiveId" clId="{BFAED1E2-4959-450D-A5CB-CD954DD9EC95}" dt="2025-11-24T17:36:12.133" v="746" actId="1076"/>
          <ac:spMkLst>
            <pc:docMk/>
            <pc:sldMk cId="3094350121" sldId="364"/>
            <ac:spMk id="4" creationId="{976AB8A6-6505-DC7C-DD7E-83E8CD92C975}"/>
          </ac:spMkLst>
        </pc:spChg>
      </pc:sldChg>
      <pc:sldChg chg="delSp modSp new mod ord">
        <pc:chgData name="ankita babar" userId="838cc82e9ccd26fa" providerId="LiveId" clId="{BFAED1E2-4959-450D-A5CB-CD954DD9EC95}" dt="2025-11-24T17:58:19.097" v="895"/>
        <pc:sldMkLst>
          <pc:docMk/>
          <pc:sldMk cId="1803684675" sldId="365"/>
        </pc:sldMkLst>
        <pc:spChg chg="del">
          <ac:chgData name="ankita babar" userId="838cc82e9ccd26fa" providerId="LiveId" clId="{BFAED1E2-4959-450D-A5CB-CD954DD9EC95}" dt="2025-11-24T17:37:39.446" v="756" actId="478"/>
          <ac:spMkLst>
            <pc:docMk/>
            <pc:sldMk cId="1803684675" sldId="365"/>
            <ac:spMk id="2" creationId="{9A711247-CB68-D5C0-E510-257260E1A381}"/>
          </ac:spMkLst>
        </pc:spChg>
        <pc:spChg chg="mod">
          <ac:chgData name="ankita babar" userId="838cc82e9ccd26fa" providerId="LiveId" clId="{BFAED1E2-4959-450D-A5CB-CD954DD9EC95}" dt="2025-11-24T17:41:28.063" v="788" actId="12"/>
          <ac:spMkLst>
            <pc:docMk/>
            <pc:sldMk cId="1803684675" sldId="365"/>
            <ac:spMk id="3" creationId="{B2A4EE32-0A24-2A07-4899-844AA48A957E}"/>
          </ac:spMkLst>
        </pc:spChg>
        <pc:spChg chg="mod">
          <ac:chgData name="ankita babar" userId="838cc82e9ccd26fa" providerId="LiveId" clId="{BFAED1E2-4959-450D-A5CB-CD954DD9EC95}" dt="2025-11-24T17:42:07.564" v="794" actId="1076"/>
          <ac:spMkLst>
            <pc:docMk/>
            <pc:sldMk cId="1803684675" sldId="365"/>
            <ac:spMk id="4" creationId="{78E79351-6CFD-CA98-587C-9EA0664AA48E}"/>
          </ac:spMkLst>
        </pc:spChg>
      </pc:sldChg>
      <pc:sldChg chg="delSp modSp new mod ord">
        <pc:chgData name="ankita babar" userId="838cc82e9ccd26fa" providerId="LiveId" clId="{BFAED1E2-4959-450D-A5CB-CD954DD9EC95}" dt="2025-11-25T14:14:48.251" v="926"/>
        <pc:sldMkLst>
          <pc:docMk/>
          <pc:sldMk cId="609702641" sldId="366"/>
        </pc:sldMkLst>
        <pc:spChg chg="del">
          <ac:chgData name="ankita babar" userId="838cc82e9ccd26fa" providerId="LiveId" clId="{BFAED1E2-4959-450D-A5CB-CD954DD9EC95}" dt="2025-11-24T17:42:21.163" v="796" actId="478"/>
          <ac:spMkLst>
            <pc:docMk/>
            <pc:sldMk cId="609702641" sldId="366"/>
            <ac:spMk id="2" creationId="{CB93EAB3-0C7E-76FA-D818-A72A53981B51}"/>
          </ac:spMkLst>
        </pc:spChg>
        <pc:spChg chg="mod">
          <ac:chgData name="ankita babar" userId="838cc82e9ccd26fa" providerId="LiveId" clId="{BFAED1E2-4959-450D-A5CB-CD954DD9EC95}" dt="2025-11-24T17:54:01.482" v="839" actId="1076"/>
          <ac:spMkLst>
            <pc:docMk/>
            <pc:sldMk cId="609702641" sldId="366"/>
            <ac:spMk id="3" creationId="{81DC119D-82FA-B300-150F-8DB02271D168}"/>
          </ac:spMkLst>
        </pc:spChg>
        <pc:spChg chg="mod">
          <ac:chgData name="ankita babar" userId="838cc82e9ccd26fa" providerId="LiveId" clId="{BFAED1E2-4959-450D-A5CB-CD954DD9EC95}" dt="2025-11-24T17:58:28.731" v="896" actId="1076"/>
          <ac:spMkLst>
            <pc:docMk/>
            <pc:sldMk cId="609702641" sldId="366"/>
            <ac:spMk id="4" creationId="{507B6B1D-20DD-3F3B-65E8-D476A2968EDE}"/>
          </ac:spMkLst>
        </pc:spChg>
      </pc:sldChg>
      <pc:sldChg chg="addSp delSp modSp new mod">
        <pc:chgData name="ankita babar" userId="838cc82e9ccd26fa" providerId="LiveId" clId="{BFAED1E2-4959-450D-A5CB-CD954DD9EC95}" dt="2025-11-24T17:57:30.114" v="880" actId="12"/>
        <pc:sldMkLst>
          <pc:docMk/>
          <pc:sldMk cId="1484229728" sldId="367"/>
        </pc:sldMkLst>
        <pc:spChg chg="del">
          <ac:chgData name="ankita babar" userId="838cc82e9ccd26fa" providerId="LiveId" clId="{BFAED1E2-4959-450D-A5CB-CD954DD9EC95}" dt="2025-11-24T17:54:05.986" v="840" actId="478"/>
          <ac:spMkLst>
            <pc:docMk/>
            <pc:sldMk cId="1484229728" sldId="367"/>
            <ac:spMk id="2" creationId="{57D3B539-EA42-49A4-50A0-8671DBAB405E}"/>
          </ac:spMkLst>
        </pc:spChg>
        <pc:spChg chg="del mod">
          <ac:chgData name="ankita babar" userId="838cc82e9ccd26fa" providerId="LiveId" clId="{BFAED1E2-4959-450D-A5CB-CD954DD9EC95}" dt="2025-11-24T17:56:00.336" v="869"/>
          <ac:spMkLst>
            <pc:docMk/>
            <pc:sldMk cId="1484229728" sldId="367"/>
            <ac:spMk id="3" creationId="{CC9E4FF3-AFBF-04CE-5BD6-5CB45D670783}"/>
          </ac:spMkLst>
        </pc:spChg>
        <pc:spChg chg="mod">
          <ac:chgData name="ankita babar" userId="838cc82e9ccd26fa" providerId="LiveId" clId="{BFAED1E2-4959-450D-A5CB-CD954DD9EC95}" dt="2025-11-24T17:55:22.810" v="863" actId="1076"/>
          <ac:spMkLst>
            <pc:docMk/>
            <pc:sldMk cId="1484229728" sldId="367"/>
            <ac:spMk id="4" creationId="{B5140990-369E-DE66-AE75-76BDBFA304C3}"/>
          </ac:spMkLst>
        </pc:spChg>
        <pc:spChg chg="add mod">
          <ac:chgData name="ankita babar" userId="838cc82e9ccd26fa" providerId="LiveId" clId="{BFAED1E2-4959-450D-A5CB-CD954DD9EC95}" dt="2025-11-24T17:57:30.114" v="880" actId="12"/>
          <ac:spMkLst>
            <pc:docMk/>
            <pc:sldMk cId="1484229728" sldId="367"/>
            <ac:spMk id="5" creationId="{093E4BA0-32A5-3922-8154-16E30FEDB5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F97B-1147-7778-89C5-30F1DD50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9D78-A927-008C-E095-EC5CAB6B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38" y="1019754"/>
            <a:ext cx="11287592" cy="2230163"/>
          </a:xfrm>
        </p:spPr>
        <p:txBody>
          <a:bodyPr/>
          <a:lstStyle/>
          <a:p>
            <a:pPr algn="ctr"/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NextHikes IT Solutions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E777A-78A0-CDD9-5CD4-8052D7D0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2480" y="4534100"/>
            <a:ext cx="3841844" cy="620127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  BY:ANKITA BABAR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73DF1-1582-4E8E-0DC1-B6CD5E491F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606" y="3118936"/>
            <a:ext cx="11287593" cy="620127"/>
          </a:xfrm>
        </p:spPr>
        <p:txBody>
          <a:bodyPr/>
          <a:lstStyle/>
          <a:p>
            <a:pPr algn="ctr"/>
            <a:r>
              <a:rPr lang="en-US" sz="5400" dirty="0">
                <a:latin typeface="Angsana New" panose="020B0502040204020203" pitchFamily="18" charset="-34"/>
                <a:cs typeface="Angsana New" panose="020B0502040204020203" pitchFamily="18" charset="-34"/>
              </a:rPr>
              <a:t>Project : Building Basic Calculator</a:t>
            </a:r>
          </a:p>
        </p:txBody>
      </p:sp>
    </p:spTree>
    <p:extLst>
      <p:ext uri="{BB962C8B-B14F-4D97-AF65-F5344CB8AC3E}">
        <p14:creationId xmlns:p14="http://schemas.microsoft.com/office/powerpoint/2010/main" val="274818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9D2CF-8B03-CB98-1F9B-676EDE37B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9097" y="2223114"/>
            <a:ext cx="9728616" cy="3688541"/>
          </a:xfrm>
        </p:spPr>
        <p:txBody>
          <a:bodyPr/>
          <a:lstStyle/>
          <a:p>
            <a:r>
              <a:rPr lang="en-US" sz="2400" dirty="0"/>
              <a:t>A GUI-based </a:t>
            </a:r>
            <a:r>
              <a:rPr lang="en-US" sz="2400" b="1" dirty="0"/>
              <a:t>advanced scientific calculator</a:t>
            </a:r>
            <a:r>
              <a:rPr lang="en-US" sz="2400" dirty="0"/>
              <a:t> made using Python Tkinter.</a:t>
            </a:r>
          </a:p>
          <a:p>
            <a:r>
              <a:rPr lang="en-US" sz="2400" dirty="0"/>
              <a:t>Performs </a:t>
            </a:r>
            <a:r>
              <a:rPr lang="en-US" sz="2400" b="1" dirty="0"/>
              <a:t>basic</a:t>
            </a:r>
            <a:r>
              <a:rPr lang="en-US" sz="2400" dirty="0"/>
              <a:t> and </a:t>
            </a:r>
            <a:r>
              <a:rPr lang="en-US" sz="2400" b="1" dirty="0"/>
              <a:t>scientific</a:t>
            </a:r>
            <a:r>
              <a:rPr lang="en-US" sz="2400" dirty="0"/>
              <a:t> math operations.</a:t>
            </a:r>
          </a:p>
          <a:p>
            <a:r>
              <a:rPr lang="en-US" sz="2400" dirty="0"/>
              <a:t>Uses clean and easy-to-use button layout.</a:t>
            </a:r>
          </a:p>
          <a:p>
            <a:r>
              <a:rPr lang="en-US" sz="2400" dirty="0"/>
              <a:t>Includes a </a:t>
            </a:r>
            <a:r>
              <a:rPr lang="en-US" sz="2400" b="1" dirty="0"/>
              <a:t>display screen</a:t>
            </a:r>
            <a:r>
              <a:rPr lang="en-US" sz="2400" dirty="0"/>
              <a:t> and </a:t>
            </a:r>
            <a:r>
              <a:rPr lang="en-US" sz="2400" b="1" dirty="0"/>
              <a:t>history panel</a:t>
            </a:r>
            <a:r>
              <a:rPr lang="en-US" sz="2400" dirty="0"/>
              <a:t>.</a:t>
            </a:r>
          </a:p>
          <a:p>
            <a:r>
              <a:rPr lang="en-US" sz="2400" dirty="0"/>
              <a:t>Supports functions like square, root, log, exp, percentage, and power.</a:t>
            </a:r>
          </a:p>
          <a:p>
            <a:r>
              <a:rPr lang="en-US" sz="2400" dirty="0"/>
              <a:t>Designed for fast, accurate, and user-friendly calculations.</a:t>
            </a:r>
          </a:p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D26C2-2391-91D0-E387-1693E2BE2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30559" y="730953"/>
            <a:ext cx="7930881" cy="530186"/>
          </a:xfrm>
        </p:spPr>
        <p:txBody>
          <a:bodyPr/>
          <a:lstStyle/>
          <a:p>
            <a:pPr algn="ctr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ngsana New" panose="02020603050405020304" pitchFamily="18" charset="-34"/>
              </a:rPr>
              <a:t>Advanced Calculator Overview</a:t>
            </a:r>
          </a:p>
        </p:txBody>
      </p:sp>
    </p:spTree>
    <p:extLst>
      <p:ext uri="{BB962C8B-B14F-4D97-AF65-F5344CB8AC3E}">
        <p14:creationId xmlns:p14="http://schemas.microsoft.com/office/powerpoint/2010/main" val="125532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346A1-91CD-3B74-AB08-16E207C257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475" y="2158584"/>
            <a:ext cx="5667049" cy="25333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 +, −, ×, ÷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Scientific functions: √, x², xʸ, log, exp, π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Percentage and parentheses support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(clear all)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(clear single entry)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Shows last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 calculations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history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10183-EA33-DE6A-8E6F-60FFE90275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3927" y="876197"/>
            <a:ext cx="6504146" cy="680088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Main Features of calculator</a:t>
            </a:r>
          </a:p>
        </p:txBody>
      </p:sp>
    </p:spTree>
    <p:extLst>
      <p:ext uri="{BB962C8B-B14F-4D97-AF65-F5344CB8AC3E}">
        <p14:creationId xmlns:p14="http://schemas.microsoft.com/office/powerpoint/2010/main" val="113820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1857B-5379-997B-CE11-28C6E08CAA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5491" y="1265941"/>
            <a:ext cx="4861018" cy="440245"/>
          </a:xfrm>
        </p:spPr>
        <p:txBody>
          <a:bodyPr/>
          <a:lstStyle/>
          <a:p>
            <a:pPr algn="ctr"/>
            <a:r>
              <a:rPr lang="en-US" sz="3200" b="1" u="sng" dirty="0">
                <a:latin typeface="Arial Narrow" panose="020B0606020202030204" pitchFamily="34" charset="0"/>
              </a:rPr>
              <a:t>Unique Function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C15FF-209D-52DA-899A-C95D5CDA9118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323501" y="2380179"/>
            <a:ext cx="754499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history panel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which most calculators don’t offer.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basic + scientific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features in one interface.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Clean, modern, user-friendly Tkinter GUI.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entirely using Python — lightweight and easy to modify.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error-handling to prevent crashes.</a:t>
            </a:r>
          </a:p>
        </p:txBody>
      </p:sp>
    </p:spTree>
    <p:extLst>
      <p:ext uri="{BB962C8B-B14F-4D97-AF65-F5344CB8AC3E}">
        <p14:creationId xmlns:p14="http://schemas.microsoft.com/office/powerpoint/2010/main" val="210637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9B8BA-654B-593D-60C1-B80BFB93EE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474" y="1873351"/>
            <a:ext cx="5667049" cy="389859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b="1" u="sng" dirty="0"/>
              <a:t>Tkinter (GUI Library)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Python’s built-in library for creating </a:t>
            </a:r>
            <a:r>
              <a:rPr lang="en-US" sz="2400" b="1" dirty="0"/>
              <a:t>Graphical User Interfaces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Used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Buttons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Entry box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Labels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Layout (grid system)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Window design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C0781-63AA-B424-348F-972847B951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41363" y="1086059"/>
            <a:ext cx="6309273" cy="605137"/>
          </a:xfrm>
        </p:spPr>
        <p:txBody>
          <a:bodyPr/>
          <a:lstStyle/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Libraries Used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114251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3EFF6-50AC-9151-D310-40F5052F3A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9539" y="2455273"/>
            <a:ext cx="5667049" cy="34788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advanced mathematical functions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sqrt() – Square root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log10() – Logarithm (base 10)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exp() – eˣ calculation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 – Pi constant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Power operations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55D31-286A-1463-7492-77A4DD412F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6614" y="1328595"/>
            <a:ext cx="5658458" cy="575156"/>
          </a:xfrm>
        </p:spPr>
        <p:txBody>
          <a:bodyPr/>
          <a:lstStyle/>
          <a:p>
            <a:r>
              <a:rPr lang="en-US" sz="2400" b="1" u="sng" dirty="0"/>
              <a:t>2. Math Library</a:t>
            </a:r>
          </a:p>
        </p:txBody>
      </p:sp>
    </p:spTree>
    <p:extLst>
      <p:ext uri="{BB962C8B-B14F-4D97-AF65-F5344CB8AC3E}">
        <p14:creationId xmlns:p14="http://schemas.microsoft.com/office/powerpoint/2010/main" val="132111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7961B-B224-10FE-A9BD-06434C14F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81462" y="2357065"/>
            <a:ext cx="9458793" cy="36370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Challenges :-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Designing a clean GUI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layout with many buttons.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Managing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scientific operations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like log, exp, power, and square root.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such as invalid input or divide-by-zero.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Adding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history panel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without cluttering the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Keeping the code simple and understandable.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AB8A6-6505-DC7C-DD7E-83E8CD92C9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9389" y="1133723"/>
            <a:ext cx="10762938" cy="470226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Faced &amp; How They Were Overcome</a:t>
            </a:r>
          </a:p>
        </p:txBody>
      </p:sp>
    </p:spTree>
    <p:extLst>
      <p:ext uri="{BB962C8B-B14F-4D97-AF65-F5344CB8AC3E}">
        <p14:creationId xmlns:p14="http://schemas.microsoft.com/office/powerpoint/2010/main" val="309435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EE32-0A24-2A07-4899-844AA48A95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43594" y="2389011"/>
            <a:ext cx="8874177" cy="207997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Used </a:t>
            </a:r>
            <a:r>
              <a:rPr lang="en-US" sz="2400" b="1" dirty="0"/>
              <a:t>Tkinter grid layout</a:t>
            </a:r>
            <a:r>
              <a:rPr lang="en-US" sz="2400" dirty="0"/>
              <a:t> to arrange buttons neatly.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Used Python’s </a:t>
            </a:r>
            <a:r>
              <a:rPr lang="en-US" sz="2400" b="1" dirty="0"/>
              <a:t>math library</a:t>
            </a:r>
            <a:r>
              <a:rPr lang="en-US" sz="2400" dirty="0"/>
              <a:t> for accurate scientific calculations.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Added </a:t>
            </a:r>
            <a:r>
              <a:rPr lang="en-US" sz="2400" b="1" dirty="0"/>
              <a:t>try–except blocks</a:t>
            </a:r>
            <a:r>
              <a:rPr lang="en-US" sz="2400" dirty="0"/>
              <a:t> to handle errors safely.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Created a </a:t>
            </a:r>
            <a:r>
              <a:rPr lang="en-US" sz="2400" b="1" dirty="0"/>
              <a:t>Text widget</a:t>
            </a:r>
            <a:r>
              <a:rPr lang="en-US" sz="2400" dirty="0"/>
              <a:t> to display last 5 calculations.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Broke the code into small functions (press, equal, square, etc.) for clarity.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79351-6CFD-CA98-587C-9EA0664AA4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62067" y="1805588"/>
            <a:ext cx="5658458" cy="395275"/>
          </a:xfrm>
        </p:spPr>
        <p:txBody>
          <a:bodyPr/>
          <a:lstStyle/>
          <a:p>
            <a:pPr algn="ctr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How It Overcame :-</a:t>
            </a:r>
          </a:p>
        </p:txBody>
      </p:sp>
    </p:spTree>
    <p:extLst>
      <p:ext uri="{BB962C8B-B14F-4D97-AF65-F5344CB8AC3E}">
        <p14:creationId xmlns:p14="http://schemas.microsoft.com/office/powerpoint/2010/main" val="180368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40990-369E-DE66-AE75-76BDBFA304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74373" y="1127633"/>
            <a:ext cx="5658458" cy="1127125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Reference of project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93E4BA0-32A5-3922-8154-16E30FEDB5C5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911595" y="2121296"/>
            <a:ext cx="65840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Official Documentation (Tkinter &amp; Math module)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Online Python resources and tutorials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StackOverflow for debugging help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Personal coding practice and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148422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C119D-82FA-B300-150F-8DB02271D1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6668" y="2254099"/>
            <a:ext cx="7238664" cy="36520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is an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advanced scientific calculator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built using Python Tkinter.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performs both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scientific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operations like log, exp, square, root, power, and percentage.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GUI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history feature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show recent calculations.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calculator is simple, accurate, and easy to use, demonstrating strong Python and GUI skills.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B6B1D-20DD-3F3B-65E8-D476A2968E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2966" y="1370871"/>
            <a:ext cx="4786067" cy="380285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Summary of project</a:t>
            </a:r>
          </a:p>
        </p:txBody>
      </p:sp>
    </p:spTree>
    <p:extLst>
      <p:ext uri="{BB962C8B-B14F-4D97-AF65-F5344CB8AC3E}">
        <p14:creationId xmlns:p14="http://schemas.microsoft.com/office/powerpoint/2010/main" val="60970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0863-A268-6F2B-8F04-512BF9C1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596" y="1691196"/>
            <a:ext cx="6458808" cy="785019"/>
          </a:xfrm>
        </p:spPr>
        <p:txBody>
          <a:bodyPr/>
          <a:lstStyle/>
          <a:p>
            <a:pPr algn="ctr"/>
            <a:r>
              <a:rPr lang="en-US" sz="3600" dirty="0">
                <a:latin typeface="Arial Narrow" panose="020B0606020202030204" pitchFamily="34" charset="0"/>
              </a:rPr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1F447-C682-F65F-5301-5C97E11067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83995" y="2802013"/>
            <a:ext cx="7329435" cy="1245331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latin typeface="Arial Narrow" panose="020B0606020202030204" pitchFamily="34" charset="0"/>
              </a:rPr>
              <a:t>Advanced Calculator using Python (Tkinter)</a:t>
            </a:r>
          </a:p>
          <a:p>
            <a:pPr marL="0" indent="0" algn="ctr">
              <a:buNone/>
            </a:pP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4938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8AA7B-8093-4312-9C92-093E87B9931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A8E5EEF-D939-4E9B-B588-5A9B9A07F3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1D4CC6-3580-4AFF-ADAD-40005A217EE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Digital time capsule</Template>
  <TotalTime>1588</TotalTime>
  <Words>458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MS PMincho</vt:lpstr>
      <vt:lpstr>Angsana New</vt:lpstr>
      <vt:lpstr>Aparajita</vt:lpstr>
      <vt:lpstr>Arial</vt:lpstr>
      <vt:lpstr>Arial Narrow</vt:lpstr>
      <vt:lpstr>Calibri</vt:lpstr>
      <vt:lpstr>Courier New</vt:lpstr>
      <vt:lpstr>Mangal</vt:lpstr>
      <vt:lpstr>Wingdings</vt:lpstr>
      <vt:lpstr>Custom</vt:lpstr>
      <vt:lpstr>NextHikes IT Solutions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babar</dc:creator>
  <cp:lastModifiedBy>ankita babar</cp:lastModifiedBy>
  <cp:revision>1</cp:revision>
  <dcterms:created xsi:type="dcterms:W3CDTF">2025-11-16T06:19:23Z</dcterms:created>
  <dcterms:modified xsi:type="dcterms:W3CDTF">2025-11-25T14:14:58Z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